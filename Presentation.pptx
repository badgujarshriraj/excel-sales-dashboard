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F092A-8161-C4EC-073F-D42315D9D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CBF058-D5EF-0990-76F5-E6D700BD2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0658-5084-6160-CFA3-86B09A947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A008-207E-48BC-B0E4-0D5FFBCFFB8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0EF10-66B3-ABC9-8CD9-D613B6348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16062-7555-799D-51A2-434BEA322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485C-5300-438A-9749-6B21BBFC5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236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8AB4-B216-3C63-A3B6-787C5DD8B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F5763-7346-CA3F-4FD1-6F0E7D804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5421B-E4F5-C9DE-8A76-FFF6E4996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A008-207E-48BC-B0E4-0D5FFBCFFB8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0881F-6F13-72D3-1CFD-147E94EF8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781C3-E913-3007-E3DC-485200A4E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485C-5300-438A-9749-6B21BBFC5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175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CB75E-E3C8-075C-89B6-8EA4B6588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DA33A-7E3D-C45E-40F8-66298D948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1CE74-16D7-88A1-7BE8-07188B8E1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A008-207E-48BC-B0E4-0D5FFBCFFB8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1830D-E5BD-5D4E-6320-B21F4569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204BE-4A1A-51A2-60AF-A6248ED9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485C-5300-438A-9749-6B21BBFC5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990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72478-339A-2063-0DE5-58C5AFB67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85990-18E1-8568-3BFD-B3630BCE4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E96F5-1BD4-EE06-3062-7ED130415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D16F3-1B83-7634-E694-0C8C90B61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A008-207E-48BC-B0E4-0D5FFBCFFB8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06ED7-6A7E-CEAA-1406-0E2539DE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B3B66-C941-0C87-8000-C9210BD84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485C-5300-438A-9749-6B21BBFC5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4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B0E21-799C-E2FC-5FD9-8442E24DC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B79F3-DE38-EAFA-DCF3-922E0E899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43847-6BBE-9573-E932-EFB557CE3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39E5C5-0824-AE03-54A4-9948649FEE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D97E8-3839-937C-033F-67EA240EB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627A87-D725-7C7D-A464-9B6A14D0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A008-207E-48BC-B0E4-0D5FFBCFFB8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DA9D87-3AFA-2A26-312F-69DC524C5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606365-463A-2A3B-9846-D0DBCD8B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485C-5300-438A-9749-6B21BBFC5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20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3421-46FE-DB30-7536-F6F9E0586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5FB7F9-055E-1099-71B7-3AA0B5A77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A008-207E-48BC-B0E4-0D5FFBCFFB8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A828D-F11B-47C4-245C-7326847B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EBF0CD-95A4-F50A-96D6-28576E6B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485C-5300-438A-9749-6B21BBFC5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740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C6206-69BA-7093-380B-586E90DA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A008-207E-48BC-B0E4-0D5FFBCFFB8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7FD978-D0C7-8090-04CB-5D16C3D90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0B663-F605-E197-C677-DC04397A2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485C-5300-438A-9749-6B21BBFC5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645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AC6CB-29FC-5734-0117-079F7A23C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5BD64-776A-5F25-132E-BC17FC809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DC38F-8629-E3D7-02F6-E3A4FDCC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AACE5-2C22-7D4A-4966-CA48AB8E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A008-207E-48BC-B0E4-0D5FFBCFFB8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E3177-CF34-612F-B469-F9FC5C0E0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203EB-2436-E5D0-3574-71AE633A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485C-5300-438A-9749-6B21BBFC5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779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3961-F880-51EE-C545-E637C5A68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E56B3D-645D-1A81-E7D5-95C220126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AF7ED-6B03-BC88-C241-F698DF42A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8FDBA-5FB8-0417-5A2C-4C4785554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A008-207E-48BC-B0E4-0D5FFBCFFB8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D78BD-9CA0-E1D1-CFEE-5B3184D3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CD329-88A3-04D2-E897-FFB3B5D3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485C-5300-438A-9749-6B21BBFC5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500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BC144-2B62-6DE3-F007-27242A807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F3B692-56CC-2E77-0A1F-FEAF0CEFE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0AC0A-0927-2384-5F39-9B675E9A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A008-207E-48BC-B0E4-0D5FFBCFFB8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FBEFA-2135-843A-83B1-D694A840D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21277-8006-AE5A-A58F-0FADE0788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485C-5300-438A-9749-6B21BBFC5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2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EA8024-1D2B-72E4-164A-468F5FD501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DE537-8AC1-4B37-FAA2-7CD4B8E0B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402EF-9485-3DBD-F49D-33E6B8FD9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A008-207E-48BC-B0E4-0D5FFBCFFB8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B96FB-D54E-1B6B-7672-2080F9C66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18051-E099-CA7D-8F55-22856514D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485C-5300-438A-9749-6B21BBFC5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174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BF7656-70EA-DB25-3892-4D8CA143E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65524-0B38-478A-D4B1-F4D31D63C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83707-9E98-9FFD-7F98-DB81C1E29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21A008-207E-48BC-B0E4-0D5FFBCFFB8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C82A7-CE37-00A3-2934-5E052A3FB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71BED-5AEE-363C-65DD-AB286CE7E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18485C-5300-438A-9749-6B21BBFC5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760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023BC2-1A37-8777-1609-D397DB471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772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374381-AEF2-E4B9-E342-1FCFAF4D5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559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F15451-A6D9-3397-D992-24E10938E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09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4083C8-3B67-C841-FD7B-9F520501E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57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55B6C0-ED4E-6023-D1FA-656F0A487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85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E77A10-679C-28FF-B20A-06011F748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80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B9440F-714F-66E4-B95B-DC3C91013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172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18CDDA-C411-57E5-CC4C-2446B8430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59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2026-08-11T19:01:35Z</dcterms:created>
  <dcterms:modified xsi:type="dcterms:W3CDTF">2026-08-11T19:09:01Z</dcterms:modified>
</cp:coreProperties>
</file>